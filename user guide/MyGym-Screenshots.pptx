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4801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3" name="Image 0" descr="D:/projects/my_gym/user guide/screenshots/01-hom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665" y="822960"/>
            <a:ext cx="2452047" cy="5212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WORKOUT TRACKER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MyGym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routines. Log every set. See the progress.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4864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offline 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data stays on your device 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optional Google Sheets backup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GUIDE · FEATURE WALKTHROUGH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it on your home screen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1-hom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6550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5453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app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my-gym-hammad42.netlify.app in Chrome or Safari.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5694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4597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Home screen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Android: menu → Add to Home screen.  iPhone: Share → Add to Home Screen.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4838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3741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Launch from the icon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full-screen and works with no signal at all.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398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42885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launch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workouts, 21 exercises and 3 routines are seeded so charts have data.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53126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52029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live when ready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› Clear all logged workouts keeps routines, drops samples.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training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1-home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7007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5910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vs your weekly goal, with a progress bar.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615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5054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Consecutive weeks hitting the goal - the flame badge.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529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4198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/ Volume / Time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week's totals. Warm-ups count as sets, not volume.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443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43342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 routine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tap pre-fills a workout with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5358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52486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Recent sessions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last five workouts at a glance.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Logging a workout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2-log-work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5361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426464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details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Name, date (today by default), duration, body weight, notes.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377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267712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exercises &amp; sets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sets carry the previous weight and reps forward.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2186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108960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 = warm-up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 sets are excluded from volume and records.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0599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3950208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~1RM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one-rep max updates as you type (Epley).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4901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4791456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footer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set count and total volume before you save.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640767" y="57424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7" name="Text 14"/>
          <p:cNvSpPr/>
          <p:nvPr/>
        </p:nvSpPr>
        <p:spPr>
          <a:xfrm>
            <a:off x="3933375" y="5632704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atomic write - session and sets land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THE GYM FLOOR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timer &amp; draft recovery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3-rest-ti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57303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D:/projects/my_gym/user guide/screenshots/10-draft-recov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167" y="822960"/>
            <a:ext cx="2452047" cy="5212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04293" y="15361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5"/>
          <p:cNvSpPr/>
          <p:nvPr/>
        </p:nvSpPr>
        <p:spPr>
          <a:xfrm>
            <a:off x="6796901" y="1426464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Deadline-based countdown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 lock and background tabs cannot drift it.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504293" y="2377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7"/>
          <p:cNvSpPr/>
          <p:nvPr/>
        </p:nvSpPr>
        <p:spPr>
          <a:xfrm>
            <a:off x="6796901" y="2267712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Beep + vibration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know it finished from across the gym.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504293" y="32186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9"/>
          <p:cNvSpPr/>
          <p:nvPr/>
        </p:nvSpPr>
        <p:spPr>
          <a:xfrm>
            <a:off x="6796901" y="3108960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Survives navigation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rest keeps running while you check history.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04293" y="40599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1"/>
          <p:cNvSpPr/>
          <p:nvPr/>
        </p:nvSpPr>
        <p:spPr>
          <a:xfrm>
            <a:off x="6796901" y="3950208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Auto-saved draft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keystroke is stored in the local database.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04293" y="4901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7" name="Text 13"/>
          <p:cNvSpPr/>
          <p:nvPr/>
        </p:nvSpPr>
        <p:spPr>
          <a:xfrm>
            <a:off x="6796901" y="4791456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 banner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to find everything exactly where you left it.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504293" y="57424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9" name="Text 15"/>
          <p:cNvSpPr/>
          <p:nvPr/>
        </p:nvSpPr>
        <p:spPr>
          <a:xfrm>
            <a:off x="6796901" y="5632704"/>
            <a:ext cx="4843411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guard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asks before you walk away mid-workout.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session, searchable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4-history-expa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7007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5910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Grouped by day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Today, Yesterday, then dates - newest first.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615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5054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 to expand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set as a chip: weight × reps; blue = warm-up.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529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4198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set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heaviest set of the session, highlighted.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443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43342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workout name, exercise or notes.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5358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52486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safely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Two-step confirm; sets are removed with the session.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Routines: your training templates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5-rout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57303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7" name="Image 1" descr="D:/projects/my_gym/user guide/screenshots/06-routine-ed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167" y="822960"/>
            <a:ext cx="2452047" cy="5212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504293" y="16550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5"/>
          <p:cNvSpPr/>
          <p:nvPr/>
        </p:nvSpPr>
        <p:spPr>
          <a:xfrm>
            <a:off x="6796901" y="1545336"/>
            <a:ext cx="484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chips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routine shows target sets × reps per exercise.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504293" y="25694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7"/>
          <p:cNvSpPr/>
          <p:nvPr/>
        </p:nvSpPr>
        <p:spPr>
          <a:xfrm>
            <a:off x="6796901" y="2459736"/>
            <a:ext cx="484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One-tap start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orange play button pre-fills a workout.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504293" y="34838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9"/>
          <p:cNvSpPr/>
          <p:nvPr/>
        </p:nvSpPr>
        <p:spPr>
          <a:xfrm>
            <a:off x="6796901" y="3374136"/>
            <a:ext cx="484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editor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Rename, day hint, add / reorder / remove exercises.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504293" y="4398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1"/>
          <p:cNvSpPr/>
          <p:nvPr/>
        </p:nvSpPr>
        <p:spPr>
          <a:xfrm>
            <a:off x="6796901" y="4288536"/>
            <a:ext cx="484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the sets and reps you're aiming for per exercise.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504293" y="53126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7" name="Text 13"/>
          <p:cNvSpPr/>
          <p:nvPr/>
        </p:nvSpPr>
        <p:spPr>
          <a:xfrm>
            <a:off x="6796901" y="5202936"/>
            <a:ext cx="484341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Archive, don't delete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routines hide without breaking history.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Charts &amp; personal records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7-prog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7007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5910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Sessions per week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8 weeks; goal-hitting weeks glow orange.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615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5054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Volume by muscle group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Tonnage per body part, working sets only.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5295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4198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progression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Heaviest working set per session, per exercise.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4439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43342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records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set and best estimated 1RM, with dates.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53583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524865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numbers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Warm-ups and bodyweight reps never fake a record.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it yours, keep it accurate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8-settings-preferen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6550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5453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kg / lb conversion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Switching units rewrites stored weights - history stays correct.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5694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4597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goal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1-14 sessions; drives the Home bar and streak.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4838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3741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timer length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15-600 seconds, applied to every new set.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3982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42885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Exercise library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custom exercises; used ones archive, never break.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531266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5202936"/>
            <a:ext cx="770693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/ import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JSON backup; import shows what it will replace.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Sheets mirror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93776" y="768096"/>
            <a:ext cx="2561775" cy="5321808"/>
          </a:xfrm>
          <a:prstGeom prst="roundRect">
            <a:avLst>
              <a:gd name="adj" fmla="val 428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270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D:/projects/my_gym/user guide/screenshots/09-settings-she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822960"/>
            <a:ext cx="2452047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40767" y="15361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933375" y="1426464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own spreadsheet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readable log, session summaries, routines, raw backup.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640767" y="237744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9" name="Text 6"/>
          <p:cNvSpPr/>
          <p:nvPr/>
        </p:nvSpPr>
        <p:spPr>
          <a:xfrm>
            <a:off x="3933375" y="2267712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One-time setup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 the Apps Script, set your password, paste the URL.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40767" y="321868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1" name="Text 8"/>
          <p:cNvSpPr/>
          <p:nvPr/>
        </p:nvSpPr>
        <p:spPr>
          <a:xfrm>
            <a:off x="3933375" y="3108960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Auto-sync 2× daily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 sync while online; never mid-workout.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3640767" y="405993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3" name="Text 10"/>
          <p:cNvSpPr/>
          <p:nvPr/>
        </p:nvSpPr>
        <p:spPr>
          <a:xfrm>
            <a:off x="3933375" y="3950208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Restore from sheet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Pull everything back down to any device.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640767" y="490118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5" name="Text 12"/>
          <p:cNvSpPr/>
          <p:nvPr/>
        </p:nvSpPr>
        <p:spPr>
          <a:xfrm>
            <a:off x="3933375" y="4791456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stays secret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key authenticates requests; it is never stored in the sheet.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3640767" y="57424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A580C"/>
          </a:solidFill>
          <a:ln/>
        </p:spPr>
      </p:sp>
      <p:sp>
        <p:nvSpPr>
          <p:cNvPr id="17" name="Text 14"/>
          <p:cNvSpPr/>
          <p:nvPr/>
        </p:nvSpPr>
        <p:spPr>
          <a:xfrm>
            <a:off x="3933375" y="5632704"/>
            <a:ext cx="770693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Chunked uploads</a:t>
            </a:r>
            <a:endParaRPr lang="en-US" sz="13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 of training sync fine - payloads are split automatically.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TO KNOW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by default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55648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with zero signal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first load, every screen is available offline. Sync simply waits.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368796" y="1645920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597396" y="1755648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 is protected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requests persistent storage so your browser cannot evict your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18688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328416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Updates are automatic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versions install on the next online launch; data is untouched.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68796" y="3218688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597396" y="3328416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volume is working sets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Warm-ups count as sets but not as volume or records - by design.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791456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901184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phones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JSON on the old device, import on the new - or restore from the sheet.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68796" y="4791456"/>
            <a:ext cx="5271516" cy="13716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597396" y="4901184"/>
            <a:ext cx="48143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data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launch includes samples; clear them in Settings when you go live.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Ready for your next session?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my-gym-hammad42.netlify.app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it to your home screen and start logging.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035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MYGYM · PLAN · LOG · PROGRESS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MyGym - Feature Walkthrough</dc:title>
  <dc:subject>PptxGenJS Presentation</dc:subject>
  <dc:creator>Z.ai</dc:creator>
  <cp:lastModifiedBy>Z.ai</cp:lastModifiedBy>
  <cp:revision>1</cp:revision>
  <dcterms:created xsi:type="dcterms:W3CDTF">2026-09-11T18:42:20Z</dcterms:created>
  <dcterms:modified xsi:type="dcterms:W3CDTF">2026-09-11T18:42:20Z</dcterms:modified>
</cp:coreProperties>
</file>